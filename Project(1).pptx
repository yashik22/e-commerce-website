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Century Gothic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Gothic-bold.fntdata"/><Relationship Id="rId25" Type="http://schemas.openxmlformats.org/officeDocument/2006/relationships/font" Target="fonts/CenturyGothic-regular.fntdata"/><Relationship Id="rId28" Type="http://schemas.openxmlformats.org/officeDocument/2006/relationships/font" Target="fonts/CenturyGothic-boldItalic.fntdata"/><Relationship Id="rId27" Type="http://schemas.openxmlformats.org/officeDocument/2006/relationships/font" Target="fonts/CenturyGothic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04be16f8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04be16f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04be16f8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e04be16f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04be16f8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04be16f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04be16f8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e04be16f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04be16f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e04be16f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4013a2afe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4013a2afe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4013a2afe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4013a2afe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4013a2afe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4013a2afe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4013a2afe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4013a2afe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Google Shape;24;p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6" name="Google Shape;26;p2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b="0" i="0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" name="Google Shape;27;p2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8" name="Google Shape;28;p2"/>
          <p:cNvSpPr txBox="1"/>
          <p:nvPr>
            <p:ph idx="10" type="dt"/>
          </p:nvPr>
        </p:nvSpPr>
        <p:spPr>
          <a:xfrm rot="5400000">
            <a:off x="10158984" y="1792224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9" name="Google Shape;29;p2"/>
          <p:cNvSpPr txBox="1"/>
          <p:nvPr>
            <p:ph idx="11" type="ftr"/>
          </p:nvPr>
        </p:nvSpPr>
        <p:spPr>
          <a:xfrm rot="5400000">
            <a:off x="8951976" y="3227832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0" name="Google Shape;30;p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0" name="Google Shape;40;p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8" name="Google Shape;48;p4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50" name="Google Shape;50;p4"/>
          <p:cNvSpPr txBox="1"/>
          <p:nvPr>
            <p:ph type="title"/>
          </p:nvPr>
        </p:nvSpPr>
        <p:spPr>
          <a:xfrm>
            <a:off x="1154954" y="2677645"/>
            <a:ext cx="4351025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6895559" y="2677644"/>
            <a:ext cx="3757545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20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4" name="Google Shape;54;p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" type="body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2" type="body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1" type="body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b="0" i="0" sz="24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2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2" type="body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3" type="body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b="0" i="0" sz="24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2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4" type="body"/>
          </p:nvPr>
        </p:nvSpPr>
        <p:spPr>
          <a:xfrm>
            <a:off x="6208712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9" name="Google Shape;79;p8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0" name="Google Shape;80;p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showMasterSp="0" type="objTx">
  <p:cSld name="OBJECT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4" name="Google Shape;84;p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9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9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3" name="Google Shape;93;p9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4" name="Google Shape;94;p9"/>
          <p:cNvSpPr txBox="1"/>
          <p:nvPr>
            <p:ph type="title"/>
          </p:nvPr>
        </p:nvSpPr>
        <p:spPr>
          <a:xfrm>
            <a:off x="1154955" y="1295400"/>
            <a:ext cx="279315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1" type="body"/>
          </p:nvPr>
        </p:nvSpPr>
        <p:spPr>
          <a:xfrm>
            <a:off x="5781146" y="1447800"/>
            <a:ext cx="519006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2" type="body"/>
          </p:nvPr>
        </p:nvSpPr>
        <p:spPr>
          <a:xfrm>
            <a:off x="1154954" y="3129280"/>
            <a:ext cx="2793158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9" name="Google Shape;99;p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3" name="Google Shape;103;p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0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2" name="Google Shape;112;p10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13" name="Google Shape;113;p10"/>
          <p:cNvSpPr txBox="1"/>
          <p:nvPr>
            <p:ph type="title"/>
          </p:nvPr>
        </p:nvSpPr>
        <p:spPr>
          <a:xfrm>
            <a:off x="1154955" y="1693333"/>
            <a:ext cx="3865134" cy="17356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0"/>
          <p:cNvSpPr/>
          <p:nvPr>
            <p:ph idx="2" type="pic"/>
          </p:nvPr>
        </p:nvSpPr>
        <p:spPr>
          <a:xfrm>
            <a:off x="6547870" y="1143000"/>
            <a:ext cx="3227193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1" type="body"/>
          </p:nvPr>
        </p:nvSpPr>
        <p:spPr>
          <a:xfrm>
            <a:off x="1154954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7" name="Google Shape;117;p10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8" name="Google Shape;118;p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anoramic Picture with Caption">
  <p:cSld name="Panoramic Picture with Ca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2" name="Google Shape;122;p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0" name="Google Shape;130;p11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1" name="Google Shape;131;p11"/>
          <p:cNvSpPr txBox="1"/>
          <p:nvPr>
            <p:ph type="title"/>
          </p:nvPr>
        </p:nvSpPr>
        <p:spPr>
          <a:xfrm>
            <a:off x="1154954" y="4969927"/>
            <a:ext cx="8825659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2" name="Google Shape;132;p11"/>
          <p:cNvSpPr/>
          <p:nvPr>
            <p:ph idx="2" type="pic"/>
          </p:nvPr>
        </p:nvSpPr>
        <p:spPr>
          <a:xfrm>
            <a:off x="1154954" y="685800"/>
            <a:ext cx="8825659" cy="3429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1154954" y="5536665"/>
            <a:ext cx="8825658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4" name="Google Shape;134;p11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5" name="Google Shape;135;p1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6" name="Google Shape;136;p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aption" showMasterSp="0">
  <p:cSld name="Title and Ca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0" name="Google Shape;140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2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2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455612" y="2801319"/>
              <a:ext cx="11277600" cy="3602637"/>
            </a:xfrm>
            <a:custGeom>
              <a:rect b="b" l="l" r="r" t="t"/>
              <a:pathLst>
                <a:path extrusionOk="0" h="7946" w="1000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48" name="Google Shape;148;p12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49" name="Google Shape;149;p12"/>
          <p:cNvSpPr txBox="1"/>
          <p:nvPr>
            <p:ph type="title"/>
          </p:nvPr>
        </p:nvSpPr>
        <p:spPr>
          <a:xfrm>
            <a:off x="1148798" y="1063417"/>
            <a:ext cx="8831816" cy="1372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1" name="Google Shape;151;p12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2" name="Google Shape;152;p12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3" name="Google Shape;153;p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 with Caption" showMasterSp="0">
  <p:cSld name="Quote with Captio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7" name="Google Shape;157;p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5" name="Google Shape;165;p13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66" name="Google Shape;166;p13"/>
          <p:cNvSpPr txBox="1"/>
          <p:nvPr/>
        </p:nvSpPr>
        <p:spPr>
          <a:xfrm>
            <a:off x="881566" y="607336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9884458" y="2613787"/>
            <a:ext cx="65276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68" name="Google Shape;168;p13"/>
          <p:cNvSpPr txBox="1"/>
          <p:nvPr>
            <p:ph type="title"/>
          </p:nvPr>
        </p:nvSpPr>
        <p:spPr>
          <a:xfrm>
            <a:off x="1581878" y="982134"/>
            <a:ext cx="8453906" cy="2696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1945945" y="3678766"/>
            <a:ext cx="773121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small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0" name="Google Shape;170;p13"/>
          <p:cNvSpPr txBox="1"/>
          <p:nvPr>
            <p:ph idx="2" type="body"/>
          </p:nvPr>
        </p:nvSpPr>
        <p:spPr>
          <a:xfrm>
            <a:off x="1154954" y="5029199"/>
            <a:ext cx="9244897" cy="997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1" name="Google Shape;171;p13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2" name="Google Shape;172;p13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3" name="Google Shape;173;p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Name Card" showMasterSp="0">
  <p:cSld name="Name Card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7" name="Google Shape;177;p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85" name="Google Shape;185;p1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86" name="Google Shape;186;p14"/>
          <p:cNvSpPr txBox="1"/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14"/>
          <p:cNvSpPr txBox="1"/>
          <p:nvPr>
            <p:ph idx="1" type="body"/>
          </p:nvPr>
        </p:nvSpPr>
        <p:spPr>
          <a:xfrm>
            <a:off x="1154954" y="5024967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20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9" name="Google Shape;189;p14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0" name="Google Shape;190;p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Column">
  <p:cSld name="3 Column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4" name="Google Shape;194;p15"/>
          <p:cNvSpPr txBox="1"/>
          <p:nvPr>
            <p:ph idx="1" type="body"/>
          </p:nvPr>
        </p:nvSpPr>
        <p:spPr>
          <a:xfrm>
            <a:off x="1154954" y="2603502"/>
            <a:ext cx="314187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b="0" i="0" sz="24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2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5" name="Google Shape;195;p15"/>
          <p:cNvSpPr txBox="1"/>
          <p:nvPr>
            <p:ph idx="2" type="body"/>
          </p:nvPr>
        </p:nvSpPr>
        <p:spPr>
          <a:xfrm>
            <a:off x="1154953" y="3179764"/>
            <a:ext cx="3141879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6" name="Google Shape;196;p15"/>
          <p:cNvSpPr txBox="1"/>
          <p:nvPr>
            <p:ph idx="3" type="body"/>
          </p:nvPr>
        </p:nvSpPr>
        <p:spPr>
          <a:xfrm>
            <a:off x="4512721" y="2603500"/>
            <a:ext cx="31470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b="0" i="0" sz="24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2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7" name="Google Shape;197;p15"/>
          <p:cNvSpPr txBox="1"/>
          <p:nvPr>
            <p:ph idx="4" type="body"/>
          </p:nvPr>
        </p:nvSpPr>
        <p:spPr>
          <a:xfrm>
            <a:off x="4512721" y="3179763"/>
            <a:ext cx="3147009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8" name="Google Shape;198;p15"/>
          <p:cNvSpPr txBox="1"/>
          <p:nvPr>
            <p:ph idx="5" type="body"/>
          </p:nvPr>
        </p:nvSpPr>
        <p:spPr>
          <a:xfrm>
            <a:off x="7888135" y="2603501"/>
            <a:ext cx="314573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b="0" i="0" sz="24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2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9" name="Google Shape;199;p15"/>
          <p:cNvSpPr txBox="1"/>
          <p:nvPr>
            <p:ph idx="6" type="body"/>
          </p:nvPr>
        </p:nvSpPr>
        <p:spPr>
          <a:xfrm>
            <a:off x="7888329" y="3179762"/>
            <a:ext cx="3145536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cxnSp>
        <p:nvCxnSpPr>
          <p:cNvPr id="200" name="Google Shape;200;p15"/>
          <p:cNvCxnSpPr/>
          <p:nvPr/>
        </p:nvCxnSpPr>
        <p:spPr>
          <a:xfrm>
            <a:off x="440397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5"/>
          <p:cNvCxnSpPr/>
          <p:nvPr/>
        </p:nvCxnSpPr>
        <p:spPr>
          <a:xfrm>
            <a:off x="777240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5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3" name="Google Shape;203;p15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4" name="Google Shape;204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Picture Column">
  <p:cSld name="3 Picture Column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7" name="Google Shape;207;p16"/>
          <p:cNvSpPr txBox="1"/>
          <p:nvPr>
            <p:ph idx="1" type="body"/>
          </p:nvPr>
        </p:nvSpPr>
        <p:spPr>
          <a:xfrm>
            <a:off x="1154954" y="4532844"/>
            <a:ext cx="30504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b="0" i="0" sz="24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2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8" name="Google Shape;208;p16"/>
          <p:cNvSpPr/>
          <p:nvPr>
            <p:ph idx="2" type="pic"/>
          </p:nvPr>
        </p:nvSpPr>
        <p:spPr>
          <a:xfrm>
            <a:off x="1334553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9" name="Google Shape;209;p16"/>
          <p:cNvSpPr txBox="1"/>
          <p:nvPr>
            <p:ph idx="3" type="body"/>
          </p:nvPr>
        </p:nvSpPr>
        <p:spPr>
          <a:xfrm>
            <a:off x="1154954" y="5109106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0" name="Google Shape;210;p16"/>
          <p:cNvSpPr txBox="1"/>
          <p:nvPr>
            <p:ph idx="4" type="body"/>
          </p:nvPr>
        </p:nvSpPr>
        <p:spPr>
          <a:xfrm>
            <a:off x="4568865" y="4532844"/>
            <a:ext cx="3050438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b="0" i="0" sz="24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2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1" name="Google Shape;211;p16"/>
          <p:cNvSpPr/>
          <p:nvPr>
            <p:ph idx="5" type="pic"/>
          </p:nvPr>
        </p:nvSpPr>
        <p:spPr>
          <a:xfrm>
            <a:off x="4748462" y="2603500"/>
            <a:ext cx="2691243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2" name="Google Shape;212;p16"/>
          <p:cNvSpPr txBox="1"/>
          <p:nvPr>
            <p:ph idx="6" type="body"/>
          </p:nvPr>
        </p:nvSpPr>
        <p:spPr>
          <a:xfrm>
            <a:off x="4570172" y="5109105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3" name="Google Shape;213;p16"/>
          <p:cNvSpPr txBox="1"/>
          <p:nvPr>
            <p:ph idx="7" type="body"/>
          </p:nvPr>
        </p:nvSpPr>
        <p:spPr>
          <a:xfrm>
            <a:off x="7982775" y="4532845"/>
            <a:ext cx="305109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  <a:defRPr b="0" i="0" sz="2400" u="none" cap="none" strike="noStrike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2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  <a:defRPr b="1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4" name="Google Shape;214;p16"/>
          <p:cNvSpPr/>
          <p:nvPr>
            <p:ph idx="8" type="pic"/>
          </p:nvPr>
        </p:nvSpPr>
        <p:spPr>
          <a:xfrm>
            <a:off x="8163031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5" name="Google Shape;215;p16"/>
          <p:cNvSpPr txBox="1"/>
          <p:nvPr>
            <p:ph idx="9" type="body"/>
          </p:nvPr>
        </p:nvSpPr>
        <p:spPr>
          <a:xfrm>
            <a:off x="7982775" y="5109104"/>
            <a:ext cx="3051096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cxnSp>
        <p:nvCxnSpPr>
          <p:cNvPr id="216" name="Google Shape;216;p16"/>
          <p:cNvCxnSpPr/>
          <p:nvPr/>
        </p:nvCxnSpPr>
        <p:spPr>
          <a:xfrm>
            <a:off x="440583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16"/>
          <p:cNvCxnSpPr/>
          <p:nvPr/>
        </p:nvCxnSpPr>
        <p:spPr>
          <a:xfrm>
            <a:off x="7797802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6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9" name="Google Shape;219;p16"/>
          <p:cNvSpPr txBox="1"/>
          <p:nvPr>
            <p:ph idx="11" type="ftr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0" name="Google Shape;220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3" name="Google Shape;223;p17"/>
          <p:cNvSpPr txBox="1"/>
          <p:nvPr>
            <p:ph idx="1" type="body"/>
          </p:nvPr>
        </p:nvSpPr>
        <p:spPr>
          <a:xfrm rot="5400000">
            <a:off x="3859634" y="-101180"/>
            <a:ext cx="3416300" cy="8825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4" name="Google Shape;224;p17"/>
          <p:cNvSpPr txBox="1"/>
          <p:nvPr>
            <p:ph idx="10" type="dt"/>
          </p:nvPr>
        </p:nvSpPr>
        <p:spPr>
          <a:xfrm>
            <a:off x="10695439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5" name="Google Shape;225;p17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6" name="Google Shape;226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9" name="Google Shape;229;p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 rot="5101749">
              <a:off x="6294738" y="457773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 rot="5400000">
              <a:off x="44492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38" name="Google Shape;238;p18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39" name="Google Shape;239;p18"/>
          <p:cNvSpPr txBox="1"/>
          <p:nvPr>
            <p:ph type="title"/>
          </p:nvPr>
        </p:nvSpPr>
        <p:spPr>
          <a:xfrm rot="5400000">
            <a:off x="6915922" y="2947779"/>
            <a:ext cx="4748590" cy="1409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0" name="Google Shape;240;p18"/>
          <p:cNvSpPr txBox="1"/>
          <p:nvPr>
            <p:ph idx="1" type="body"/>
          </p:nvPr>
        </p:nvSpPr>
        <p:spPr>
          <a:xfrm rot="5400000">
            <a:off x="1908671" y="524749"/>
            <a:ext cx="4748590" cy="6256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1" name="Google Shape;241;p18"/>
          <p:cNvSpPr txBox="1"/>
          <p:nvPr>
            <p:ph idx="10" type="dt"/>
          </p:nvPr>
        </p:nvSpPr>
        <p:spPr>
          <a:xfrm>
            <a:off x="10653104" y="6391838"/>
            <a:ext cx="992135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2" name="Google Shape;242;p18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3" name="Google Shape;243;p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Google Shape;7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6" name="Google Shape;16;p1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mc:AlternateContent>
    <mc:Choice Requires="p14">
      <p:transition spd="slow" p14:dur="25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 txBox="1"/>
          <p:nvPr>
            <p:ph type="ctrTitle"/>
          </p:nvPr>
        </p:nvSpPr>
        <p:spPr>
          <a:xfrm>
            <a:off x="3029526" y="286327"/>
            <a:ext cx="6132947" cy="2080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Cambria"/>
              <a:buNone/>
            </a:pPr>
            <a:r>
              <a:rPr lang="en-US" sz="9600"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b="0" i="0" lang="en-US" sz="9600" u="none" cap="none" strike="noStrike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E-S</a:t>
            </a:r>
            <a:r>
              <a:rPr lang="en-US" sz="9600">
                <a:latin typeface="Cambria"/>
                <a:ea typeface="Cambria"/>
                <a:cs typeface="Cambria"/>
                <a:sym typeface="Cambria"/>
              </a:rPr>
              <a:t>TORE</a:t>
            </a:r>
            <a:endParaRPr/>
          </a:p>
        </p:txBody>
      </p:sp>
      <p:sp>
        <p:nvSpPr>
          <p:cNvPr id="250" name="Google Shape;250;p19"/>
          <p:cNvSpPr txBox="1"/>
          <p:nvPr>
            <p:ph idx="1" type="subTitle"/>
          </p:nvPr>
        </p:nvSpPr>
        <p:spPr>
          <a:xfrm>
            <a:off x="1191900" y="4765964"/>
            <a:ext cx="8811082" cy="838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2" marL="9144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4"/>
              <a:buFont typeface="Noto Sans Symbols"/>
              <a:buNone/>
            </a:pPr>
            <a:r>
              <a:rPr lang="en-US" sz="2380">
                <a:solidFill>
                  <a:schemeClr val="lt1"/>
                </a:solidFill>
              </a:rPr>
              <a:t>By : Yashik Mahajan </a:t>
            </a:r>
            <a:r>
              <a:rPr b="0" i="0" lang="en-US" sz="238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</a:t>
            </a:r>
            <a:endParaRPr/>
          </a:p>
          <a:p>
            <a:pPr indent="0" lvl="2" marL="914400" marR="0" rtl="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04"/>
              <a:buFont typeface="Noto Sans Symbols"/>
              <a:buNone/>
            </a:pPr>
            <a:r>
              <a:t/>
            </a:r>
            <a:endParaRPr b="0" i="0" sz="238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ctrTitle"/>
          </p:nvPr>
        </p:nvSpPr>
        <p:spPr>
          <a:xfrm>
            <a:off x="1302737" y="48620"/>
            <a:ext cx="8825658" cy="2315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</a:pPr>
            <a:r>
              <a:rPr b="0" i="0" lang="en-US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website </a:t>
            </a:r>
            <a:r>
              <a:rPr lang="en-US"/>
              <a:t>E-Store</a:t>
            </a:r>
            <a:r>
              <a:rPr b="0" i="0" lang="en-US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deals with</a:t>
            </a:r>
            <a:endParaRPr/>
          </a:p>
        </p:txBody>
      </p:sp>
      <p:sp>
        <p:nvSpPr>
          <p:cNvPr id="256" name="Google Shape;256;p20"/>
          <p:cNvSpPr txBox="1"/>
          <p:nvPr>
            <p:ph idx="1" type="subTitle"/>
          </p:nvPr>
        </p:nvSpPr>
        <p:spPr>
          <a:xfrm>
            <a:off x="1683171" y="3101237"/>
            <a:ext cx="8825658" cy="31148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4"/>
              <a:buFont typeface="Noto Sans Symbols"/>
              <a:buChar char="➢"/>
            </a:pPr>
            <a:r>
              <a:rPr b="1" i="0" lang="en-US" sz="2405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online marketing of</a:t>
            </a:r>
            <a:br>
              <a:rPr b="1" i="0" lang="en-US" sz="2405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b="1" i="0" sz="2405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4"/>
              <a:buFont typeface="Noto Sans Symbols"/>
              <a:buChar char="➢"/>
            </a:pPr>
            <a:r>
              <a:rPr b="1" i="0" lang="en-US" sz="2405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lifestyle products.</a:t>
            </a:r>
            <a:br>
              <a:rPr b="1" i="0" lang="en-US" sz="2405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b="1" i="0" sz="2405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4"/>
              <a:buFont typeface="Noto Sans Symbols"/>
              <a:buChar char="➢"/>
            </a:pPr>
            <a:r>
              <a:rPr b="1" i="0" lang="en-US" sz="2405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Electronic items.</a:t>
            </a:r>
            <a:br>
              <a:rPr b="1" i="0" lang="en-US" sz="2405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b="1" i="0" sz="2405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4"/>
              <a:buFont typeface="Noto Sans Symbols"/>
              <a:buChar char="➢"/>
            </a:pPr>
            <a:r>
              <a:rPr b="1" i="0" lang="en-US" sz="2405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Watches.</a:t>
            </a:r>
            <a:br>
              <a:rPr b="1" i="0" lang="en-US" sz="2405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b="1" i="0" sz="2405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/>
          <p:nvPr>
            <p:ph type="ctrTitle"/>
          </p:nvPr>
        </p:nvSpPr>
        <p:spPr>
          <a:xfrm>
            <a:off x="877863" y="1"/>
            <a:ext cx="9725481" cy="1440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ambria"/>
              <a:buNone/>
            </a:pPr>
            <a:r>
              <a:rPr b="0" i="0" lang="en-US" sz="4800" u="none" cap="none" strike="noStrike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Introduction to development tools</a:t>
            </a:r>
            <a:endParaRPr/>
          </a:p>
        </p:txBody>
      </p:sp>
      <p:sp>
        <p:nvSpPr>
          <p:cNvPr id="262" name="Google Shape;262;p21"/>
          <p:cNvSpPr txBox="1"/>
          <p:nvPr>
            <p:ph idx="1" type="subTitle"/>
          </p:nvPr>
        </p:nvSpPr>
        <p:spPr>
          <a:xfrm>
            <a:off x="1071828" y="1542473"/>
            <a:ext cx="8825658" cy="36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431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EE52A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431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EE52A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➢"/>
            </a:pPr>
            <a:r>
              <a:rPr lang="en-US" sz="2400">
                <a:solidFill>
                  <a:schemeClr val="lt1"/>
                </a:solidFill>
              </a:rPr>
              <a:t>We </a:t>
            </a: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made </a:t>
            </a:r>
            <a:r>
              <a:rPr lang="en-US" sz="2400">
                <a:solidFill>
                  <a:schemeClr val="lt1"/>
                </a:solidFill>
              </a:rPr>
              <a:t>our</a:t>
            </a: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model with the help of HTML,CSS ,Boostrap, MYSQL,PHP.</a:t>
            </a:r>
            <a:endParaRPr/>
          </a:p>
          <a:p>
            <a:pPr indent="-28575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➢"/>
            </a:pPr>
            <a:r>
              <a:rPr lang="en-US" sz="2400">
                <a:solidFill>
                  <a:schemeClr val="lt1"/>
                </a:solidFill>
              </a:rPr>
              <a:t>We</a:t>
            </a: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use netbeans as our editor.</a:t>
            </a:r>
            <a:endParaRPr/>
          </a:p>
          <a:p>
            <a:pPr indent="-28575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➢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used </a:t>
            </a:r>
            <a:r>
              <a:rPr lang="en-US" sz="2400">
                <a:solidFill>
                  <a:schemeClr val="lt1"/>
                </a:solidFill>
              </a:rPr>
              <a:t>W</a:t>
            </a: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ampp OR</a:t>
            </a:r>
            <a:r>
              <a:rPr lang="en-US" sz="2400">
                <a:solidFill>
                  <a:schemeClr val="lt1"/>
                </a:solidFill>
              </a:rPr>
              <a:t> Xammp</a:t>
            </a: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server to run our program.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/>
          <p:nvPr>
            <p:ph type="ctrTitle"/>
          </p:nvPr>
        </p:nvSpPr>
        <p:spPr>
          <a:xfrm>
            <a:off x="1154955" y="11675"/>
            <a:ext cx="8825658" cy="141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ambria"/>
              <a:buNone/>
            </a:pPr>
            <a:r>
              <a:rPr b="0" i="0" lang="en-US" sz="5400" u="none" cap="none" strike="noStrike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       Project specification</a:t>
            </a:r>
            <a:endParaRPr/>
          </a:p>
        </p:txBody>
      </p:sp>
      <p:sp>
        <p:nvSpPr>
          <p:cNvPr id="268" name="Google Shape;268;p22"/>
          <p:cNvSpPr txBox="1"/>
          <p:nvPr>
            <p:ph idx="1" type="subTitle"/>
          </p:nvPr>
        </p:nvSpPr>
        <p:spPr>
          <a:xfrm>
            <a:off x="1154955" y="1745673"/>
            <a:ext cx="8825658" cy="3893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➢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this module front end as well as back end is also there.</a:t>
            </a:r>
            <a:endParaRPr/>
          </a:p>
          <a:p>
            <a:pPr indent="-28575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➢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Only admin can use both back end and front end.</a:t>
            </a:r>
            <a:endParaRPr/>
          </a:p>
          <a:p>
            <a:pPr indent="-28575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➢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 has right of all options.</a:t>
            </a:r>
            <a:endParaRPr/>
          </a:p>
          <a:p>
            <a:pPr indent="-28575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➢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User can use only front end.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b="0" i="0" lang="en-US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Homepage</a:t>
            </a:r>
            <a:br>
              <a:rPr b="0" i="0" lang="en-US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b="0" i="0" sz="3600" u="none" cap="none" strike="noStrike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4" name="Google Shape;27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50" y="2286875"/>
            <a:ext cx="11040974" cy="44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b="0" i="0" lang="en-US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Login page</a:t>
            </a:r>
            <a:endParaRPr/>
          </a:p>
        </p:txBody>
      </p:sp>
      <p:pic>
        <p:nvPicPr>
          <p:cNvPr id="280" name="Google Shape;28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525" y="2299975"/>
            <a:ext cx="9468950" cy="430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b="0" i="0" lang="en-US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Sign up page</a:t>
            </a:r>
            <a:endParaRPr/>
          </a:p>
        </p:txBody>
      </p:sp>
      <p:pic>
        <p:nvPicPr>
          <p:cNvPr id="286" name="Google Shape;2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54257"/>
            <a:ext cx="11887200" cy="4141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Products page for not registered users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175" y="2457350"/>
            <a:ext cx="11224576" cy="39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b="0" i="0" lang="en-US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Products page for registered users</a:t>
            </a:r>
            <a:endParaRPr/>
          </a:p>
        </p:txBody>
      </p:sp>
      <p:pic>
        <p:nvPicPr>
          <p:cNvPr id="299" name="Google Shape;2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400" y="2418000"/>
            <a:ext cx="11198351" cy="43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>
            <p:ph type="title"/>
          </p:nvPr>
        </p:nvSpPr>
        <p:spPr>
          <a:xfrm>
            <a:off x="480291" y="840509"/>
            <a:ext cx="10751127" cy="84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b="0" i="0" lang="en-US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n-US" sz="28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cart page displaying all the selected items for purchase</a:t>
            </a:r>
            <a:endParaRPr/>
          </a:p>
        </p:txBody>
      </p:sp>
      <p:pic>
        <p:nvPicPr>
          <p:cNvPr id="305" name="Google Shape;3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300" y="2522900"/>
            <a:ext cx="11207476" cy="41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Forget Password</a:t>
            </a:r>
            <a:endParaRPr/>
          </a:p>
        </p:txBody>
      </p:sp>
      <p:sp>
        <p:nvSpPr>
          <p:cNvPr id="311" name="Google Shape;311;p29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03500"/>
            <a:ext cx="12192000" cy="357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b="0" i="0" lang="en-US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Settings page</a:t>
            </a:r>
            <a:endParaRPr/>
          </a:p>
        </p:txBody>
      </p:sp>
      <p:pic>
        <p:nvPicPr>
          <p:cNvPr id="318" name="Google Shape;3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950" y="2418000"/>
            <a:ext cx="9654174" cy="23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1075" y="4917575"/>
            <a:ext cx="6801924" cy="17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About Us</a:t>
            </a:r>
            <a:endParaRPr/>
          </a:p>
        </p:txBody>
      </p:sp>
      <p:sp>
        <p:nvSpPr>
          <p:cNvPr id="325" name="Google Shape;325;p31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6" name="Google Shape;3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86875"/>
            <a:ext cx="12192002" cy="45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2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Contact US</a:t>
            </a:r>
            <a:endParaRPr/>
          </a:p>
        </p:txBody>
      </p:sp>
      <p:sp>
        <p:nvSpPr>
          <p:cNvPr id="332" name="Google Shape;332;p32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63" y="2391775"/>
            <a:ext cx="11211477" cy="413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Submit Button Response from Contact Us</a:t>
            </a:r>
            <a:endParaRPr/>
          </a:p>
        </p:txBody>
      </p:sp>
      <p:sp>
        <p:nvSpPr>
          <p:cNvPr id="339" name="Google Shape;339;p33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0" name="Google Shape;34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91775"/>
            <a:ext cx="12192000" cy="446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 End Tables</a:t>
            </a:r>
            <a:endParaRPr/>
          </a:p>
        </p:txBody>
      </p:sp>
      <p:sp>
        <p:nvSpPr>
          <p:cNvPr id="346" name="Google Shape;346;p34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39325"/>
            <a:ext cx="12192000" cy="451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Items</a:t>
            </a:r>
            <a:endParaRPr/>
          </a:p>
        </p:txBody>
      </p:sp>
      <p:sp>
        <p:nvSpPr>
          <p:cNvPr id="353" name="Google Shape;353;p35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3099"/>
            <a:ext cx="12192001" cy="454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Users</a:t>
            </a:r>
            <a:endParaRPr/>
          </a:p>
        </p:txBody>
      </p:sp>
      <p:sp>
        <p:nvSpPr>
          <p:cNvPr id="360" name="Google Shape;360;p36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1" name="Google Shape;36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66450"/>
            <a:ext cx="12192002" cy="459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Users_items</a:t>
            </a:r>
            <a:endParaRPr/>
          </a:p>
        </p:txBody>
      </p:sp>
      <p:sp>
        <p:nvSpPr>
          <p:cNvPr id="367" name="Google Shape;367;p37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82850"/>
            <a:ext cx="12192000" cy="437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/>
          <p:nvPr>
            <p:ph type="ctrTitle"/>
          </p:nvPr>
        </p:nvSpPr>
        <p:spPr>
          <a:xfrm>
            <a:off x="1210373" y="1407005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</a:pPr>
            <a:r>
              <a:rPr b="0" i="0" lang="en-US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</a:t>
            </a:r>
            <a:r>
              <a:rPr b="1" i="0" lang="en-US" sz="8000" u="none" cap="none" strike="noStrike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